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741"/>
    <p:restoredTop sz="59502"/>
  </p:normalViewPr>
  <p:slideViewPr>
    <p:cSldViewPr snapToGrid="0">
      <p:cViewPr varScale="1">
        <p:scale>
          <a:sx n="85" d="100"/>
          <a:sy n="85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C2094-8368-A748-A2F3-81E35C5192D4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765CE-8044-564F-BC62-FBAAD7CEFB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258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La elección del </a:t>
            </a:r>
            <a:r>
              <a:rPr lang="es-CL" dirty="0" err="1"/>
              <a:t>Stack</a:t>
            </a:r>
            <a:r>
              <a:rPr lang="es-CL" dirty="0"/>
              <a:t> pasa por buscar que el sistema se verifique a si mismo</a:t>
            </a:r>
          </a:p>
          <a:p>
            <a:r>
              <a:rPr lang="es-CL" dirty="0"/>
              <a:t>Por ejemplo;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- En el caso de </a:t>
            </a:r>
            <a:r>
              <a:rPr lang="es-CL" dirty="0" err="1"/>
              <a:t>Nest</a:t>
            </a:r>
            <a:r>
              <a:rPr lang="es-CL" dirty="0"/>
              <a:t>. Agregamos el decorador 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UseGuards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que recibe el Token JWT protegiendo todos los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la entidad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En el cado de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TypeORM</a:t>
            </a:r>
            <a:r>
              <a:rPr lang="es-CL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765CE-8044-564F-BC62-FBAAD7CEFB55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914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6DB19-B4CB-83F6-F6B2-6828D2D31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1134CA-5136-6C49-4A16-90D9D6870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5D0B12-B312-987A-2391-60D126248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BCEBBB-500A-755D-65B8-68F87B5D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9E8B82-00FD-F827-8734-1AB613F1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1187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6ADB9-36A5-4A80-4CFF-C8A299C1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721D7-555F-B4FA-41F4-198A1775E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D6F00A-1FB2-48A4-4FC1-BD3F428A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EF399C-4987-42B9-DD77-3A5BD272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159961-647A-A370-75E2-154B8CF1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984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417A9-6D2D-1316-8C81-14BAC9F1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5C431A-F7E4-A0DC-B78E-4D624CB77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C2E01E-EA68-0A65-5E3F-A110FFDD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0F660-8E1B-4D43-C4F0-4534BDAB6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A17B33-5901-7BFE-0EAA-4E60D3F6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678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02BC1-2908-CA67-B139-6FFB4F27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58E4F6-313B-3FEA-15A1-455F16558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DBF240-BA80-5B16-B784-31E63726A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68ED84-BC54-C835-CCB2-822DA8435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2C2632-AE91-8A5C-690B-D226B9FB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4F8080-7B9F-225E-ECC2-5901077E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743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DD5D9-2D70-6528-8F0D-7A776079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D6CB1E-35C0-C849-26FD-E4032F44F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BB0805-6FA1-DA89-1714-AEFBDD584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E09A6F-E119-098E-03E2-12FD8280D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79577A-9BCE-ED51-3B3D-5EE7D578A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C8C53E-4217-B958-A59B-E3AE2BE1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1CFC7D-6FF9-E04E-D003-7ACB0EE5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B868C49-415A-8D31-448F-8423A63E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154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C57F1-E92C-AFFB-3703-9AABE828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A68CD8-CD29-8D35-04C0-25C0E3EE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FFC928-24EB-F5EC-5CB9-3F463CB4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CDBF4E-86CC-1EBE-FF7A-F49344CD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42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7A3B80-873F-92A9-7F44-5D1B8F8B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5E727E-D8EF-1BFE-6D1F-0BA03A877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5BC5B7-E35B-5C20-E36C-ECA014C2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07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6FCAD-5D9F-9822-BAB5-4CF9A811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D06C5E-A1F8-075E-6A80-A8DB148C9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70B77A-36AD-BBE4-F031-B45D42B0B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302F00-D635-6100-C3E9-22B5DF482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C477B6-B076-8470-5512-17E7CAFE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AC92B4-A280-F39D-68B9-CC7DC828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591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64D45-6725-CAC4-01FE-025810A0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B60266-BAC4-15F0-1ECC-250E7C9F3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788594-A2EB-3AAE-1902-6D28664C9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9B6644-79FE-9BE6-1B95-4C325AD0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E76694-3009-1C39-3136-EB9ABF31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169394-F9FB-33A4-B8B9-2FA48D4F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445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BAC15-08C9-768B-6D31-77241AEA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AC7FFA-2689-458F-B055-07D9EC1BC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E3E58E-6D1E-A1D6-7A49-E0B06929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19250E-AAD2-CCD7-A5C8-1CACD3F1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F85D10-1DD1-9413-4B0F-D8AA47F8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3316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4DA0A3-77A8-4790-68D1-48E4B14DC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7B01AB-FB7F-D640-DD0C-710E718B4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78B6D3-FAF8-4AF4-8372-6EA2EC4B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783F6F-E1DD-65CA-DC6F-FBA0037A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393151-7AF0-B106-E754-EE18277D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766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678C5A-2D47-08EC-2FFD-DCC17F65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4691A9-ED91-3529-796D-4D478BA7D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63F243-102B-A6F1-688E-355433E27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600283-5791-040B-0910-02BA32869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27AD1-43CF-0BDA-F00F-DA7DAF4D6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549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AFD34CA-77EF-C4E4-02E1-7B586312B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67" y="1286933"/>
            <a:ext cx="9564065" cy="557106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1CB2611-A5A9-2BB5-5FD8-36308AF72F4D}"/>
              </a:ext>
            </a:extLst>
          </p:cNvPr>
          <p:cNvSpPr txBox="1"/>
          <p:nvPr/>
        </p:nvSpPr>
        <p:spPr>
          <a:xfrm>
            <a:off x="1313967" y="634181"/>
            <a:ext cx="7284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err="1"/>
              <a:t>Stack</a:t>
            </a:r>
            <a:endParaRPr lang="es-CL" sz="4400" b="1" dirty="0"/>
          </a:p>
        </p:txBody>
      </p:sp>
    </p:spTree>
    <p:extLst>
      <p:ext uri="{BB962C8B-B14F-4D97-AF65-F5344CB8AC3E}">
        <p14:creationId xmlns:p14="http://schemas.microsoft.com/office/powerpoint/2010/main" val="1185603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838"/>
    </mc:Choice>
    <mc:Fallback>
      <p:transition spd="slow" advTm="16838"/>
    </mc:Fallback>
  </mc:AlternateContent>
  <p:extLst>
    <p:ext uri="{E180D4A7-C9FB-4DFB-919C-405C955672EB}">
      <p14:showEvtLst xmlns:p14="http://schemas.microsoft.com/office/powerpoint/2010/main">
        <p14:playEvt time="6668" objId="4"/>
        <p14:pauseEvt time="14209" objId="4"/>
        <p14:stopEvt time="16838" objId="4"/>
      </p14:showEvtLst>
    </p:ext>
  </p:extLs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51</Words>
  <Application>Microsoft Macintosh PowerPoint</Application>
  <PresentationFormat>Panorámica</PresentationFormat>
  <Paragraphs>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José</dc:creator>
  <cp:lastModifiedBy>María José</cp:lastModifiedBy>
  <cp:revision>2</cp:revision>
  <dcterms:created xsi:type="dcterms:W3CDTF">2026-08-14T00:17:58Z</dcterms:created>
  <dcterms:modified xsi:type="dcterms:W3CDTF">2026-08-14T00:53:41Z</dcterms:modified>
</cp:coreProperties>
</file>